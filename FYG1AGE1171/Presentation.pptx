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6A25"/>
    <a:srgbClr val="E99D22"/>
    <a:srgbClr val="F5F4F6"/>
    <a:srgbClr val="5F6368"/>
    <a:srgbClr val="1A0DAB"/>
    <a:srgbClr val="1A73E8"/>
    <a:srgbClr val="E7E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9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6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7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0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06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9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8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03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16503-5182-406A-A0C9-8BBED848DFC7}" type="datetimeFigureOut">
              <a:rPr lang="en-US" smtClean="0"/>
              <a:t>12/14/2020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AF853-EB41-42AC-9781-035E64C2C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7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727388" y="2490474"/>
            <a:ext cx="6737224" cy="1877051"/>
            <a:chOff x="3432509" y="2552700"/>
            <a:chExt cx="5326982" cy="148414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0600" y="2552700"/>
              <a:ext cx="2590800" cy="8763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509" y="3569688"/>
              <a:ext cx="5326982" cy="467157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3440397" y="3887444"/>
            <a:ext cx="257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300" dirty="0" smtClean="0">
                <a:latin typeface="Roboto" panose="02000000000000000000" pitchFamily="2" charset="0"/>
                <a:ea typeface="Roboto" panose="02000000000000000000" pitchFamily="2" charset="0"/>
              </a:rPr>
              <a:t>Venkatesh - 085</a:t>
            </a:r>
            <a:endParaRPr lang="en-US" sz="2000" spc="3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512891" y="3887444"/>
            <a:ext cx="2392326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367659" y="3887444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|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2806" y="5981700"/>
            <a:ext cx="218017" cy="2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-4.81481E-6 L 0.20599 -4.8148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2 0.00208 L 0.20026 0.00069 " pathEditMode="relative" rAng="0" ptsTypes="AA">
                                      <p:cBhvr>
                                        <p:cTn id="8" dur="1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7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5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-0.13945 -0.29074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79" y="-14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777" y="2947736"/>
            <a:ext cx="870286" cy="8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1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1000">
        <p:fade/>
      </p:transition>
    </mc:Choice>
    <mc:Fallback xmlns="">
      <p:transition spd="med" advClick="0" advTm="1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191069" y="3205419"/>
            <a:ext cx="5698306" cy="1349155"/>
          </a:xfrm>
          <a:prstGeom prst="rect">
            <a:avLst/>
          </a:prstGeom>
          <a:solidFill>
            <a:srgbClr val="F5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363579"/>
            <a:ext cx="12192000" cy="0"/>
          </a:xfrm>
          <a:prstGeom prst="line">
            <a:avLst/>
          </a:prstGeom>
          <a:ln>
            <a:solidFill>
              <a:srgbClr val="E7E6E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288758" y="362702"/>
            <a:ext cx="8699406" cy="638175"/>
            <a:chOff x="288758" y="362702"/>
            <a:chExt cx="8699406" cy="63817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758" y="490087"/>
              <a:ext cx="1133548" cy="38340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064" y="362702"/>
              <a:ext cx="7277100" cy="638175"/>
            </a:xfrm>
            <a:prstGeom prst="rect">
              <a:avLst/>
            </a:prstGeom>
          </p:spPr>
        </p:pic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21848" y="567489"/>
            <a:ext cx="159841" cy="228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446" y="567490"/>
            <a:ext cx="228600" cy="228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276922" y="108684"/>
            <a:ext cx="5021375" cy="1146209"/>
          </a:xfrm>
          <a:prstGeom prst="rect">
            <a:avLst/>
          </a:prstGeom>
          <a:solidFill>
            <a:srgbClr val="F5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711064" y="924094"/>
            <a:ext cx="59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1A73E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All</a:t>
            </a:r>
            <a:endParaRPr lang="en-US" dirty="0">
              <a:solidFill>
                <a:srgbClr val="1A73E8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65684" y="924094"/>
            <a:ext cx="98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</a:rPr>
              <a:t>Images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77009" y="924094"/>
            <a:ext cx="98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</a:rPr>
              <a:t>News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37751" y="924094"/>
            <a:ext cx="98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</a:rPr>
              <a:t>Videos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4633" y="919500"/>
            <a:ext cx="122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</a:rPr>
              <a:t>Shopping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9375" y="924094"/>
            <a:ext cx="122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</a:rPr>
              <a:t>More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557301" y="960298"/>
            <a:ext cx="2013926" cy="319861"/>
            <a:chOff x="7618550" y="976710"/>
            <a:chExt cx="2013926" cy="319861"/>
          </a:xfrm>
        </p:grpSpPr>
        <p:sp>
          <p:nvSpPr>
            <p:cNvPr id="25" name="TextBox 24"/>
            <p:cNvSpPr txBox="1"/>
            <p:nvPr/>
          </p:nvSpPr>
          <p:spPr>
            <a:xfrm>
              <a:off x="7618550" y="988794"/>
              <a:ext cx="12230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Roboto" panose="02000000000000000000" pitchFamily="2" charset="0"/>
                  <a:ea typeface="Roboto" panose="02000000000000000000" pitchFamily="2" charset="0"/>
                </a:rPr>
                <a:t>Settings</a:t>
              </a:r>
              <a:endParaRPr lang="en-US" sz="1600" dirty="0" smtClean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409446" y="976710"/>
              <a:ext cx="12230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Roboto" panose="02000000000000000000" pitchFamily="2" charset="0"/>
                  <a:ea typeface="Roboto" panose="02000000000000000000" pitchFamily="2" charset="0"/>
                </a:rPr>
                <a:t>Tools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0" y="1490963"/>
            <a:ext cx="12192000" cy="5367037"/>
          </a:xfrm>
          <a:prstGeom prst="rect">
            <a:avLst/>
          </a:prstGeom>
          <a:solidFill>
            <a:srgbClr val="F5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08484" y="1355558"/>
            <a:ext cx="4572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708484" y="1862545"/>
            <a:ext cx="323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0DAB"/>
                </a:solidFill>
              </a:rPr>
              <a:t>Pooja Hegde – Film Actress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8484" y="2123764"/>
            <a:ext cx="19525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https://pooja.goodbut.com/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1708484" y="2295619"/>
            <a:ext cx="470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Pooja Hegde</a:t>
            </a:r>
            <a:r>
              <a:rPr lang="en-US" sz="1050" dirty="0"/>
              <a:t> has appeared in over 16 film, television, and theatre productions. You may have seen her in AVPL, Housefull 4, Maharshi and Mugamoodi, 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08484" y="2899892"/>
            <a:ext cx="1066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5F6368"/>
                </a:solidFill>
              </a:rPr>
              <a:t>Videos</a:t>
            </a:r>
            <a:endParaRPr lang="en-US" dirty="0">
              <a:solidFill>
                <a:srgbClr val="5F6368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305" y="3266040"/>
            <a:ext cx="2063628" cy="1133232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415" y="3256647"/>
            <a:ext cx="2063628" cy="113323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525" y="3266040"/>
            <a:ext cx="2063628" cy="11332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08484" y="4732395"/>
            <a:ext cx="323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1A0DAB"/>
                </a:solidFill>
              </a:rPr>
              <a:t>Biographie – Pooja Hegde</a:t>
            </a:r>
            <a:endParaRPr lang="en-US" b="1" dirty="0">
              <a:solidFill>
                <a:srgbClr val="1A0DAB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08484" y="4993614"/>
            <a:ext cx="2945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https://pooja.goodbut.com/biographie.html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1708484" y="5165469"/>
            <a:ext cx="470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/>
              <a:t>Pooja Hegde</a:t>
            </a:r>
            <a:r>
              <a:rPr lang="en-US" sz="1050" dirty="0" smtClean="0"/>
              <a:t> is an Indian model and flim actress. She make her acting debut in Tamil film Mugamoodi (2012). She was born in Mumbai, Maaharashtra.</a:t>
            </a:r>
            <a:endParaRPr lang="en-US" sz="1050" dirty="0"/>
          </a:p>
        </p:txBody>
      </p:sp>
      <p:sp>
        <p:nvSpPr>
          <p:cNvPr id="45" name="TextBox 44"/>
          <p:cNvSpPr txBox="1"/>
          <p:nvPr/>
        </p:nvSpPr>
        <p:spPr>
          <a:xfrm>
            <a:off x="1712210" y="5705365"/>
            <a:ext cx="323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1A0DAB"/>
                </a:solidFill>
              </a:rPr>
              <a:t>Awards – Pooja Hegde</a:t>
            </a:r>
            <a:endParaRPr lang="en-US" b="1" dirty="0">
              <a:solidFill>
                <a:srgbClr val="1A0DAB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12210" y="5966584"/>
            <a:ext cx="27242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https://pooja.goodbut.com/awards.html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712210" y="6138439"/>
            <a:ext cx="4708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Zee Telugu Golden Awards 2017. Best Entertainer Of The Year (Female) - Duvvada Jagannadham. </a:t>
            </a:r>
            <a:r>
              <a:rPr lang="en-US" sz="1050" b="1" dirty="0" smtClean="0"/>
              <a:t>Pooja Hegde</a:t>
            </a:r>
            <a:r>
              <a:rPr lang="en-US" sz="1050" dirty="0" smtClean="0"/>
              <a:t>. Zee Cine Awards Telugu 2020. Favourite ...</a:t>
            </a:r>
            <a:endParaRPr lang="en-US" sz="1050" dirty="0"/>
          </a:p>
        </p:txBody>
      </p:sp>
      <p:sp>
        <p:nvSpPr>
          <p:cNvPr id="51" name="TextBox 50"/>
          <p:cNvSpPr txBox="1"/>
          <p:nvPr/>
        </p:nvSpPr>
        <p:spPr>
          <a:xfrm>
            <a:off x="1778901" y="499923"/>
            <a:ext cx="1811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Pooja Hegde</a:t>
            </a:r>
            <a:endParaRPr lang="en-US" sz="1600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2806" y="5981700"/>
            <a:ext cx="218017" cy="2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9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4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9" presetID="2" presetClass="entr" presetSubtype="4" fill="hold" grpId="0" nodeType="afterEffect" p14:presetBounceEnd="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">
                                          <p:cBhvr additive="base">
                                            <p:cTn id="31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3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114" presetID="56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2.96296E-6 L -0.53021 -0.57592 " pathEditMode="relative" rAng="0" ptsTypes="AA">
                                          <p:cBhvr>
                                            <p:cTn id="1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510" y="-2879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/>
          <p:bldP spid="19" grpId="0"/>
          <p:bldP spid="21" grpId="0"/>
          <p:bldP spid="22" grpId="0"/>
          <p:bldP spid="23" grpId="0"/>
          <p:bldP spid="24" grpId="0"/>
          <p:bldP spid="33" grpId="0"/>
          <p:bldP spid="35" grpId="0"/>
          <p:bldP spid="37" grpId="0"/>
          <p:bldP spid="38" grpId="0"/>
          <p:bldP spid="42" grpId="0"/>
          <p:bldP spid="43" grpId="0"/>
          <p:bldP spid="44" grpId="0"/>
          <p:bldP spid="45" grpId="0"/>
          <p:bldP spid="46" grpId="0"/>
          <p:bldP spid="47" grpId="0"/>
          <p:bldP spid="51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2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2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9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4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9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1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3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8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8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3" fill="hold">
                                <p:stCondLst>
                                  <p:cond delay="6500"/>
                                </p:stCondLst>
                                <p:childTnLst>
                                  <p:par>
                                    <p:cTn id="114" presetID="56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1.875E-6 -2.96296E-6 L -0.53021 -0.57592 " pathEditMode="relative" rAng="0" ptsTypes="AA">
                                          <p:cBhvr>
                                            <p:cTn id="115" dur="20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6510" y="-28796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8" grpId="0"/>
          <p:bldP spid="19" grpId="0"/>
          <p:bldP spid="21" grpId="0"/>
          <p:bldP spid="22" grpId="0"/>
          <p:bldP spid="23" grpId="0"/>
          <p:bldP spid="24" grpId="0"/>
          <p:bldP spid="33" grpId="0"/>
          <p:bldP spid="35" grpId="0"/>
          <p:bldP spid="37" grpId="0"/>
          <p:bldP spid="38" grpId="0"/>
          <p:bldP spid="42" grpId="0"/>
          <p:bldP spid="43" grpId="0"/>
          <p:bldP spid="44" grpId="0"/>
          <p:bldP spid="45" grpId="0"/>
          <p:bldP spid="46" grpId="0"/>
          <p:bldP spid="47" grpId="0"/>
          <p:bldP spid="51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9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Roboto" panose="02000000000000000000" pitchFamily="2" charset="0"/>
                <a:ea typeface="Roboto" panose="02000000000000000000" pitchFamily="2" charset="0"/>
              </a:rPr>
              <a:t>Welcome To Feature Technology By Google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Minus 4"/>
          <p:cNvSpPr/>
          <p:nvPr/>
        </p:nvSpPr>
        <p:spPr>
          <a:xfrm>
            <a:off x="4173828" y="3672852"/>
            <a:ext cx="3844344" cy="212501"/>
          </a:xfrm>
          <a:prstGeom prst="mathMinus">
            <a:avLst/>
          </a:prstGeom>
          <a:solidFill>
            <a:srgbClr val="94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3885353"/>
            <a:ext cx="12192000" cy="2972647"/>
          </a:xfrm>
          <a:prstGeom prst="rect">
            <a:avLst/>
          </a:prstGeom>
          <a:solidFill>
            <a:srgbClr val="E99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57313"/>
      </p:ext>
    </p:extLst>
  </p:cSld>
  <p:clrMapOvr>
    <a:masterClrMapping/>
  </p:clrMapOvr>
  <p:transition spd="med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980" y="0"/>
            <a:ext cx="12192000" cy="6858000"/>
          </a:xfrm>
          <a:prstGeom prst="rect">
            <a:avLst/>
          </a:prstGeom>
          <a:solidFill>
            <a:srgbClr val="E99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036" y="1939894"/>
            <a:ext cx="7883998" cy="52559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261" y="4152077"/>
            <a:ext cx="1216152" cy="121615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438" y="4090053"/>
            <a:ext cx="1216152" cy="121615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225" y="4148707"/>
            <a:ext cx="1216152" cy="121615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76" y="4121065"/>
            <a:ext cx="1219048" cy="1219048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79" y="4152077"/>
            <a:ext cx="1269842" cy="121904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95504" y="1781770"/>
            <a:ext cx="89076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Google Will Simplify Your Work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39253" y="2783712"/>
            <a:ext cx="99384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is in your hands to access of our world</a:t>
            </a:r>
            <a:endParaRPr lang="en-US" sz="4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Minus 6"/>
          <p:cNvSpPr/>
          <p:nvPr/>
        </p:nvSpPr>
        <p:spPr>
          <a:xfrm>
            <a:off x="3068026" y="3542794"/>
            <a:ext cx="5962650" cy="584537"/>
          </a:xfrm>
          <a:prstGeom prst="mathMinus">
            <a:avLst/>
          </a:prstGeom>
          <a:solidFill>
            <a:srgbClr val="946A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4205943"/>
            <a:ext cx="2590800" cy="876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407" y="4179098"/>
            <a:ext cx="1216152" cy="12161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612" y="4175497"/>
            <a:ext cx="1216152" cy="12161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351" y="4048924"/>
            <a:ext cx="5613013" cy="121615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828" y="4121065"/>
            <a:ext cx="1216152" cy="121615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414" y="4212222"/>
            <a:ext cx="1600200" cy="12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0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3.75E-6 -3.33333E-6 L -3.75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xit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xit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xit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xit" presetSubtype="8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xit" presetSubtype="8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xit" presetSubtype="8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ntr" presetSubtype="2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xit" presetSubtype="8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xit" presetSubtype="8" fill="hold" nodeType="withEffect">
                                  <p:stCondLst>
                                    <p:cond delay="7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" presetClass="entr" presetSubtype="2" fill="hold" nodeType="withEffect">
                                  <p:stCondLst>
                                    <p:cond delay="7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xit" presetSubtype="8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ntr" presetSubtype="2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xit" presetSubtype="8" fill="hold" nodeType="withEffect">
                                  <p:stCondLst>
                                    <p:cond delay="8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ntr" presetSubtype="2" fill="hold" nodeType="withEffect">
                                  <p:stCondLst>
                                    <p:cond delay="8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xit" presetSubtype="8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" presetClass="entr" presetSubtype="2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xit" presetSubtype="8" fill="hold" nodeType="withEffect">
                                  <p:stCondLst>
                                    <p:cond delay="10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6" grpId="0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E728AC2BF13B478515B46380F216C1" ma:contentTypeVersion="11" ma:contentTypeDescription="Create a new document." ma:contentTypeScope="" ma:versionID="deef7fc79a5f7ae7cff8172bbcde2ca1">
  <xsd:schema xmlns:xsd="http://www.w3.org/2001/XMLSchema" xmlns:xs="http://www.w3.org/2001/XMLSchema" xmlns:p="http://schemas.microsoft.com/office/2006/metadata/properties" xmlns:ns2="befa42d3-40e1-4330-9312-644971acbb51" targetNamespace="http://schemas.microsoft.com/office/2006/metadata/properties" ma:root="true" ma:fieldsID="04b90af513d5c21e73f469f72324e4a8" ns2:_="">
    <xsd:import namespace="befa42d3-40e1-4330-9312-644971acbb5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fa42d3-40e1-4330-9312-644971acbb5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efa42d3-40e1-4330-9312-644971acbb51" xsi:nil="true"/>
  </documentManagement>
</p:properties>
</file>

<file path=customXml/itemProps1.xml><?xml version="1.0" encoding="utf-8"?>
<ds:datastoreItem xmlns:ds="http://schemas.openxmlformats.org/officeDocument/2006/customXml" ds:itemID="{04F04FBA-5ED5-4E9C-BB8C-52475409F763}"/>
</file>

<file path=customXml/itemProps2.xml><?xml version="1.0" encoding="utf-8"?>
<ds:datastoreItem xmlns:ds="http://schemas.openxmlformats.org/officeDocument/2006/customXml" ds:itemID="{4A949C3C-F061-4629-9AFE-D55EB87E30B9}"/>
</file>

<file path=customXml/itemProps3.xml><?xml version="1.0" encoding="utf-8"?>
<ds:datastoreItem xmlns:ds="http://schemas.openxmlformats.org/officeDocument/2006/customXml" ds:itemID="{5F43A52F-7E8D-415D-B99A-AC6A7D556BFE}"/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148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</dc:creator>
  <cp:lastModifiedBy>Venkatesh</cp:lastModifiedBy>
  <cp:revision>25</cp:revision>
  <dcterms:created xsi:type="dcterms:W3CDTF">2020-12-13T17:57:13Z</dcterms:created>
  <dcterms:modified xsi:type="dcterms:W3CDTF">2020-12-14T17:29:26Z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0x010100D8E728AC2BF13B478515B46380F216C1</vt:lpwstr>
  </property>
</Properties>
</file>